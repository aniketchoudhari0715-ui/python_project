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7246D-4F0C-8A5E-4F67-B05E31DF44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A6E760B-D604-98EA-B1CE-95250BB2B3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6D2191-9572-AC7B-BB8D-188D05964B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EFA05-17B2-4970-B378-AF9540E44592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1402B5-A9F3-CB8A-889F-F1ED4DF3D5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B1B2C3-B309-A57C-EC3B-1198FFDA6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84AA7-B0BD-47CC-9252-2D82B6E017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80371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A8DA17-1D2B-4CB4-0189-56B3466684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2454E3-C716-6833-6400-8D8575F2FE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8E311E-DC89-7F90-3C3D-9A9A8A8D23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EFA05-17B2-4970-B378-AF9540E44592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C4F755-F292-A545-F95B-6554877629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3C68AD-EB16-79DA-E076-4789722000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84AA7-B0BD-47CC-9252-2D82B6E017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97034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DC6463-35E3-E920-3A05-F7278F315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F370A3-8972-75B9-708A-8F31D39653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83956D-6D94-AF40-83D5-BBE5A0056D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EFA05-17B2-4970-B378-AF9540E44592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950E80-C4F3-34AC-D67C-9229C08AE2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3EFDF8-073C-997D-D7B6-1BB75901C0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84AA7-B0BD-47CC-9252-2D82B6E017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75247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ABC6B7-4729-F3C5-4D03-329A005B19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3E76F8-2DA0-10EA-7AA1-C7B3846FF23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2A26C4-0DE9-CA02-AA89-2FE6BDC339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49556B-7B42-20C7-2EE8-E2EA7863AF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EFA05-17B2-4970-B378-AF9540E44592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3D5FF4-A6E8-ABEE-0195-0E1EFC9755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A8C6C9-159D-0CCD-ABEB-AAC1DD169F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84AA7-B0BD-47CC-9252-2D82B6E017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61551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6EB6DC-B503-529B-BE15-31182D0FF4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F09811-3AA1-3F57-11BA-35FF3F3EAE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93C58B-DAC0-FD58-2D8E-E6C3258CDE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DFA1A1F-B6E2-E472-AFBA-CB36325120C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A9D185B-1388-A47C-9899-3C46085E8A9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358CBE2-3A64-F80B-E9E2-70BA184E06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EFA05-17B2-4970-B378-AF9540E44592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73D3DC6-00DC-0D60-2FA8-2A0E3C69D4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B4CA2A7-1B54-4EC7-7850-ABEE0D6526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84AA7-B0BD-47CC-9252-2D82B6E017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09023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049F18-B6F5-0CAE-7589-EF78F6672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3F50996-764F-A5B0-F4F8-1D7B6217F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EFA05-17B2-4970-B378-AF9540E44592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3197C3B-5CF7-2E34-D5E1-5407C2B1F2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120DF2-CE35-D1BC-1E77-AD5A95A2F2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84AA7-B0BD-47CC-9252-2D82B6E017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88866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E91E7CE-CE20-29AE-77A9-4CB2B61DF1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EFA05-17B2-4970-B378-AF9540E44592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73316E8-BA6B-4803-EE3B-09C2A5AF7B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2CB2BF-C59E-E90B-9464-2B4A930D65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84AA7-B0BD-47CC-9252-2D82B6E017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66740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FE2A63-C0CA-29A0-E343-B0C69618A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FE0A76-674F-E0ED-AE4A-FC8673434C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E42792-EC93-0325-13DE-97594D3424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61D3DD-6970-2117-BCBB-0FD1A3FA5D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EFA05-17B2-4970-B378-AF9540E44592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CDDCAC-B70B-E2F8-F1A7-4C351104E1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D202D0-A509-912D-F96F-F412616A2B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84AA7-B0BD-47CC-9252-2D82B6E017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47957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4CF581-6FC1-DB7B-42D7-C7F4341764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EFF9082-3125-45BD-2FCF-0FCA1D1B803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746450-7766-E159-21E9-2B8C7D6EC9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0C2649-4F11-7AB4-E323-CA7DC89355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EFA05-17B2-4970-B378-AF9540E44592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BC6C35-CF8D-B479-788D-5D7B6280C9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DC17F9-27C1-397C-5FD5-EA0FC496C5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84AA7-B0BD-47CC-9252-2D82B6E017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31573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FC5BBB-9890-CEA0-9B00-D1DC1ED565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D31ABE-2CCA-A16A-4BAB-A16AD523DF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6C4C7B-5955-C8E7-02F1-1D8BD161DB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EFA05-17B2-4970-B378-AF9540E44592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C57C69-79D0-167E-86C2-4D2036F97D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5B7841-A3C3-C4CE-E7FF-1696E967F0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84AA7-B0BD-47CC-9252-2D82B6E017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05532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FE3D595-B3DF-16A2-CD76-C7B96DD281C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5E5060E-D18C-69D8-6324-65388073B5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08DBE7-5972-B3CB-C698-75B4E7A193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EFA05-17B2-4970-B378-AF9540E44592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1336B6-6C5C-40C7-2F3D-9BD8BA555E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BC3D4A-40F5-16FF-F349-E3D836D6DF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84AA7-B0BD-47CC-9252-2D82B6E017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22483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C7A0471-8676-23C5-47C8-221FEA790C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BB686E-8BBE-2CEF-1A98-34D60766C3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D52322-AA9D-81B8-DFBD-89F01787FD8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DEFA05-17B2-4970-B378-AF9540E44592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C64A04-DBB3-8944-C963-DF0922DF7A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B0DEE6-0790-6D01-5740-607BFDCCF7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684AA7-B0BD-47CC-9252-2D82B6E017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34788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06B3C5-5687-865C-6FA7-BB619602AB0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b="1" dirty="0"/>
              <a:t>Basic Calculator Project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802DC89-74C1-5621-7253-50F86CDEBE5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To create Basic Calculator Project using Python Tkinter.</a:t>
            </a:r>
            <a:br>
              <a:rPr lang="en-IN" dirty="0"/>
            </a:br>
            <a:r>
              <a:rPr lang="en-IN" dirty="0" err="1"/>
              <a:t>NextHikes</a:t>
            </a:r>
            <a:r>
              <a:rPr lang="en-IN" dirty="0"/>
              <a:t> IT Solutions</a:t>
            </a:r>
            <a:br>
              <a:rPr lang="en-IN" dirty="0"/>
            </a:br>
            <a:br>
              <a:rPr lang="en-IN" dirty="0"/>
            </a:br>
            <a:r>
              <a:rPr lang="en-IN" dirty="0"/>
              <a:t>Developer name : Aniket Uday Choudhari</a:t>
            </a:r>
          </a:p>
        </p:txBody>
      </p:sp>
    </p:spTree>
    <p:extLst>
      <p:ext uri="{BB962C8B-B14F-4D97-AF65-F5344CB8AC3E}">
        <p14:creationId xmlns:p14="http://schemas.microsoft.com/office/powerpoint/2010/main" val="7070714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30305F-07A9-6B6F-EDC9-14AAC821D8D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b="1" dirty="0"/>
              <a:t>Introduction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943CDD3-D6E7-B7D9-107C-F85281E040D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• This project builds a Basic Calculator using Python.</a:t>
            </a:r>
          </a:p>
          <a:p>
            <a:r>
              <a:rPr lang="en-US" dirty="0"/>
              <a:t>                     • </a:t>
            </a:r>
            <a:r>
              <a:rPr lang="en-US" dirty="0" err="1"/>
              <a:t>Tkinter</a:t>
            </a:r>
            <a:r>
              <a:rPr lang="en-US" dirty="0"/>
              <a:t> library is used to create the Graphical User Interface (GUI).</a:t>
            </a:r>
          </a:p>
          <a:p>
            <a:r>
              <a:rPr lang="en-US" dirty="0"/>
              <a:t>• The calculator performs basic arithmetic operations.</a:t>
            </a:r>
          </a:p>
          <a:p>
            <a:r>
              <a:rPr lang="en-US" dirty="0"/>
              <a:t>                 • The goal is to enhance presentation and reusability of Python programs.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841684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20BAAE-42D1-2ED6-1F6C-C20510F70B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4800" b="1" dirty="0"/>
              <a:t>Project Overview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72F5DAB-D2CA-DFCA-E0CC-1616CE0DEE1D}"/>
              </a:ext>
            </a:extLst>
          </p:cNvPr>
          <p:cNvSpPr txBox="1"/>
          <p:nvPr/>
        </p:nvSpPr>
        <p:spPr>
          <a:xfrm>
            <a:off x="838200" y="1932495"/>
            <a:ext cx="1051560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• Develop a GUI-based calculator application.</a:t>
            </a:r>
          </a:p>
          <a:p>
            <a:r>
              <a:rPr lang="en-US" sz="3600" dirty="0"/>
              <a:t>• Provide an equation display screen.</a:t>
            </a:r>
          </a:p>
          <a:p>
            <a:r>
              <a:rPr lang="en-US" sz="3600" dirty="0"/>
              <a:t>• Include clickable buttons for numbers and operations.</a:t>
            </a:r>
          </a:p>
          <a:p>
            <a:r>
              <a:rPr lang="en-US" sz="3600" dirty="0"/>
              <a:t>• Perform addition, subtraction, multiplication, and     division.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334239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F90573-ACC1-0F2E-79A1-64A2A4704D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6000" b="1" dirty="0"/>
              <a:t>Key Features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E31704B-5CF2-FEBA-0976-9FDC5C0188C2}"/>
              </a:ext>
            </a:extLst>
          </p:cNvPr>
          <p:cNvSpPr txBox="1"/>
          <p:nvPr/>
        </p:nvSpPr>
        <p:spPr>
          <a:xfrm>
            <a:off x="2846896" y="2316167"/>
            <a:ext cx="10190375" cy="28315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• Equation display area (Screen).</a:t>
            </a:r>
          </a:p>
          <a:p>
            <a:r>
              <a:rPr lang="en-US" sz="3200" dirty="0"/>
              <a:t>• Numeric buttons (0–9).</a:t>
            </a:r>
          </a:p>
          <a:p>
            <a:r>
              <a:rPr lang="en-US" sz="3200" dirty="0"/>
              <a:t>• Mathematical operation buttons (+, -, ×, ÷).</a:t>
            </a:r>
          </a:p>
          <a:p>
            <a:r>
              <a:rPr lang="en-US" sz="3200" dirty="0"/>
              <a:t>• Equal (=) button to calculate results.</a:t>
            </a:r>
          </a:p>
          <a:p>
            <a:r>
              <a:rPr lang="en-US" sz="3200" dirty="0"/>
              <a:t>• Clear (C) button to reset the screen.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828081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42A4A2-C57A-CB72-37B3-1964C8BD62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5400" b="1" dirty="0"/>
              <a:t>Technology Used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C341C79-4DAD-6F0F-CF93-5CD71A7E0947}"/>
              </a:ext>
            </a:extLst>
          </p:cNvPr>
          <p:cNvSpPr txBox="1"/>
          <p:nvPr/>
        </p:nvSpPr>
        <p:spPr>
          <a:xfrm>
            <a:off x="3487917" y="2419398"/>
            <a:ext cx="9803877" cy="23391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/>
              <a:t>• Core Python Programming</a:t>
            </a:r>
          </a:p>
          <a:p>
            <a:r>
              <a:rPr lang="en-IN" sz="3200" dirty="0"/>
              <a:t>• Tkinter Library (GUI Development)</a:t>
            </a:r>
          </a:p>
          <a:p>
            <a:r>
              <a:rPr lang="en-IN" sz="3200" dirty="0"/>
              <a:t>• Visual Studio Code (IDE)</a:t>
            </a:r>
          </a:p>
          <a:p>
            <a:r>
              <a:rPr lang="en-IN" sz="3200" dirty="0"/>
              <a:t>• GitHub (Version Control)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544618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1352</TotalTime>
  <Words>176</Words>
  <Application>Microsoft Office PowerPoint</Application>
  <PresentationFormat>Widescreen</PresentationFormat>
  <Paragraphs>23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Basic Calculator Project</vt:lpstr>
      <vt:lpstr>Introduction</vt:lpstr>
      <vt:lpstr>Project Overview</vt:lpstr>
      <vt:lpstr>Key Features</vt:lpstr>
      <vt:lpstr>Technology Used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Aniket Choudhari</dc:creator>
  <cp:lastModifiedBy>Aniket Choudhari</cp:lastModifiedBy>
  <cp:revision>5</cp:revision>
  <dcterms:created xsi:type="dcterms:W3CDTF">2026-02-19T20:10:03Z</dcterms:created>
  <dcterms:modified xsi:type="dcterms:W3CDTF">2026-02-20T18:42:40Z</dcterms:modified>
</cp:coreProperties>
</file>